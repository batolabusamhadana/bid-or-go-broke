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2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743200" cy="36576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9A8E8"/>
                </a:solidFill>
              </a:rPr>
              <a:t>AWS STUDENT BUILDER GROUP · BIRZEIT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0" y="6473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9A8E8"/>
                </a:solidFill>
              </a:rPr>
              <a:t>DEVFEST BZU · BID OR GO BROKE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029200" cy="5029200"/>
          </a:xfrm>
          <a:prstGeom prst="ellipse">
            <a:avLst/>
          </a:prstGeom>
          <a:solidFill>
            <a:srgbClr val="8B2BFF">
              <a:alpha val="25000"/>
            </a:srgbClr>
          </a:solidFill>
          <a:ln w="12700">
            <a:solidFill>
              <a:srgbClr val="3D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737360"/>
            <a:ext cx="3200400" cy="3200400"/>
          </a:xfrm>
          <a:prstGeom prst="ellipse">
            <a:avLst/>
          </a:prstGeom>
          <a:solidFill>
            <a:srgbClr val="8B2BFF">
              <a:alpha val="50000"/>
            </a:srgbClr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DEVFEST BZU · BOOTH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 OR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BROKE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 cloud app with 100 Cloud Credits. Outsmart the other teams. Win the auction.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03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 ×  AWS STUDENT BUILDER GROUP BZU  ×  DEVFEST BZU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printable booth kit · All prices &amp; credits are fictional game values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GUIDE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&amp; the 30-Second Pitch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6792" y="11887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BOOTH SETUP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 this kit on A4 (landscape), cut cards on the outline.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 1 Cloud Credits sheet per team (100 CC each).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the 8 AWS Service Cards in a row: the Auction Board.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Shuffle the Scenario Cards face-down.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Have a timer (10 seconds per card), a pen, the Scoreboard and the Purchase Log ready.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Prizes on display. Teams of 1 to 3 players. 2 to 4 teams per game.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SAY THIS IN 30 SECONDS
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"You have 100 Cloud Credits. I reveal an app you must build. I auction AWS services one by one. Highest bid wins the card, and the runner-up can grab the 2nd copy. Max 4 cards each. You score for a working build, smart picks and leftover credits. Overbuying costs you points. Best score wins!"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GAME TIMELINE (about 4 min)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0:00 Reveal scenario   0:20 Auction (8 cards x 10 sec)   1:40 Teams review picks   2:30 Pitch (1 sentence each)   3:00 Score &amp; announce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RULES &amp; SCORING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Fair, Fast, Not a Quiz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6792" y="11887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160B3A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RULES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Every team starts with 100 Cloud Credits (CC).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Host reads a card and its starting price. Teams call raises of +2 CC or more.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10-second timer resets on every bid. "Going once, twice, sold!"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Each service has 2 copies. Top bidder wins one at their bid. Runner-up may buy the 2nd copy at their own last bid.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No bids? First team to claim it pays the starting price.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Max 4 cards per team. Bids must be paid in credits you hold.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 Log every sale on the Purchase Log.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SCORING (max 50)
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build: +10 per Must-Have covered (max 30)
Smart pick: +5 per Bonus synergy (max 10)
Overkill: -5 per unnecessary service (max -10)
Budget: +1 per 5 unspent CC (max 6)
Pitch: 0 to 4 from the host for a 1-sentence "why"
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build missing any Must-Have is INCOMPLETE and cannot win.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Tie-break: more credits left, then best pitch.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expensive does not mean best: cheap valid builds can beat big spenders.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1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EC2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EC2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virtual computer in the cloud. You control everything it runs.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Hosting websites, apps and backends that run all day.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2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S3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S3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 STORAGE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giant online locker for files: photos, videos, documents.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Storing user uploads, backups and static websites.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3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AWS Lambda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λ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Lambda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COMPUTE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your code only when needed. Pay for the moments it works.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Handling sudden traffic spikes and short tasks.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4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RDS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RELATIONAL DATABASE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managed database with tidy tables that link to each other.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Student records, orders, bookings and accounts.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5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DynamoDB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DDB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DynamoDB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NoSQL DATABASE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super-fast database for simple, huge, rapidly changing data.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Game scores, live tracking and shopping carts.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6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CloudFront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CloudFront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DELIVERY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Keeps copies of your content near users so it loads quickly.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Fast images and videos for users around the world.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7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Route 53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R53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Route 53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phone book of the internet: turns a name into a server address.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Giving your app a friendly web address.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AWS SERVICE CARD 8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Auction Card: Amazon Cognito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54480"/>
            <a:ext cx="1737360" cy="1737360"/>
          </a:xfrm>
          <a:prstGeom prst="ellipse">
            <a:avLst/>
          </a:prstGeom>
          <a:solidFill>
            <a:srgbClr val="8B2BFF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Cognito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&amp; IDENTITY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16568" y="155448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8B2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16568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1656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 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sign-up and sign-in so you do not build it yourself.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479145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for: "Log in with email or Google" for any app.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Stock: 2 copies · Fictional price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SBG BZU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1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ShopEasy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ShopEasy  ·  Online Shopping Platform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shop campus merch online. Orders and product photos must never get lost.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website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DATABASE for products and orders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for product PHOTOS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Friday flash sale = traffic spikes!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2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SnapShare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SnapShare  ·  Photo-Sharing App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post and like photos. Users far away complain pictures load slowly.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app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for PHOTOS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DATABASE for likes and captions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Speed matters. So does your wallet.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3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CampusReg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CampusReg  ·  Student Registration System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Everyone registers for courses at 9:00 sharp. Students link to courses.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system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database built for LINKED records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secure LOGIN for students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Records that connect to each other.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4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FlashTix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FlashTix  ·  Concert Ticket Flash Sale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10,000 fans hit "Buy" in 10 seconds. The page must stay fast.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sale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very FAST database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page DELIVERY worldwide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Spikes, then silence. Pay smart.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5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StudyBuddy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StudyBuddy  ·  Notes-Sharing Platform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upload and share lecture notes inside their own class groups.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platform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for NOTES (files)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secure LOGIN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Only classmates may get in.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6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CampusRide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CampusRide  ·  Live Ride-Share Tracker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Shuttle locations update every second. Only students may use it.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tracker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 database for updates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secure LOGIN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Tiny updates, thousands of times.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7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TinyBlog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TinyBlog  ·  Student Blog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blog with articles and pictures. No logins and no fancy data.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that HOSTS the pages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page DELIVERY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friendly web ADDRESS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Simple can win. Do not overbuy.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SCENARIO CARD 8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Scenario: GameLeague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3DE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08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GameLeague  ·  Campus Game Leaderboard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Players log in, play and see rankings update live all night.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840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APP MUST HAVE
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Something to RUN the game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 database for scores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secure LOGIN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56692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 Scores change constantly.  ·  Budget: 100 CC · Max 4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CLOUD CREDITS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Credits: 100 CC per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44168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44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CC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36792" y="118872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1344168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1344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2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360152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CC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42616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6426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CC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336792" y="2487168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642616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6426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616952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16952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360152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CC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65760" y="3785616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941064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9410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645920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41056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CC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336792" y="3785616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5392" y="3941064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65392" y="39410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7616952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616952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360152" y="41056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CC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365760" y="5084064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5239512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5239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1645920" y="5358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645920" y="5724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389120" y="5404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CC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6336792" y="5084064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65392" y="5239512"/>
            <a:ext cx="822960" cy="822960"/>
          </a:xfrm>
          <a:prstGeom prst="ellipse">
            <a:avLst/>
          </a:prstGeom>
          <a:solidFill>
            <a:srgbClr val="8B2BFF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65392" y="5239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7616952" y="5358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CREDITS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616952" y="5724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game currency · AWS SBG BZU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360152" y="54041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CC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AUCTION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List: Starting Bids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  <a:gridCol w="1280160"/>
                <a:gridCol w="109728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SERVICE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IT DOES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 (CC)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MIN RAISE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STOCK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EC2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virtual computer in the cloud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S3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giant online locker for files: photos, videos, documents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AWS Lambda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Runs your code only when needed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RDS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managed database with tidy tables that link to each other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DynamoDB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super-fast database for simple, huge, rapidly changing data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CloudFront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Keeps copies of your content near users so it loads quickly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Route 53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The phone book of the internet: turns a name into a server address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Cognito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Handles sign-up and sign-in so you do not build it yourself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E8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prices are fictional game values, not real AWS pricing.  Max 4 cards per team.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SCOREBOARD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Scoreboard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463040"/>
                <a:gridCol w="1097280"/>
                <a:gridCol w="1188720"/>
                <a:gridCol w="1005840"/>
                <a:gridCol w="1005840"/>
                <a:gridCol w="128016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TEAM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SCENARIO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MUST-HAVES (30)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BONUS (+5)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OVERKILL (-5)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BUDGET (6)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PITCH (4)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 /50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RANK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PRINTABLE · PURCHASE 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Log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1828800"/>
                <a:gridCol w="1371600"/>
                <a:gridCol w="1828800"/>
                <a:gridCol w="12801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ROUND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SERVICE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WINNER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PRICE PAID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2ND COPY TEAM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2ND PRICE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EC2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S3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AWS Lambda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RDS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DynamoDB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CloudFront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Route 53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Amazon Cognito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2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B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1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01 ShopEasy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ShopEasy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DB: RDS or DynamoDB · S3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CloudFront (fast photos), Cognito (customer login)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EC2 + Lambda, or both databases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DynamoDB + S3 = 45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RDS is a natural fit for orders; DynamoDB works for a lean catalog.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2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02 SnapShare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SnapShare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S3 · DB: RDS or DynamoDB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CloudFront (global speed), Cognito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databases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S3 + DynamoDB = 45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Photos belong in S3, not in a database.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3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03 CampusReg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CampusReg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RDS only · Cognito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53 (easy address)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CloudFront (no media to speed up)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RDS + Cognito = 50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Linked records point to a relational database.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4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04 FlashTix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FlashTix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DB: DynamoDB or RDS · CloudFront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(handles spikes), Route 53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databases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DynamoDB + CloudFront = 50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Lambda only costs while the spike lasts.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5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05 StudyBuddy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StudyBuddy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S3 · Cognito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CloudFront, Route 53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databases (no need)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S3 + Cognito = 35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Files go to S3; Cognito keeps groups private.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6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06 CampusRide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CampusRide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DynamoDB · Cognito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(short bursts), Route 53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(no files to store)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DynamoDB + Cognito = 45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Rapid tiny updates suit DynamoDB.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7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07 TinyBlog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TinyBlog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(hosts pages) · CloudFront · Route 53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(contact form)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EC2, RDS, or DynamoDB (each -5)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+ CloudFront + Route 53 = 35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A static site needs no servers or databases.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ANSWER KEY 8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Card: 08 GameLeague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097280"/>
            <a:ext cx="10972800" cy="5120640"/>
          </a:xfrm>
          <a:prstGeom prst="roundRect">
            <a:avLst>
              <a:gd name="adj" fmla="val 4286"/>
            </a:avLst>
          </a:prstGeom>
          <a:solidFill>
            <a:srgbClr val="160B3A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GameLeague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031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Compute: EC2 or Lambda · DynamoDB · Cognito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+5: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Lambda, CloudFront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Overkill -5: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RDS (scores change too fast)
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Cheapest valid: 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+ DynamoDB + Cognito = 45 CC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B9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Why: Leaderboards need very fast reads and writes.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ONLY · SAMPLE GAME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Walkthrough: SnapShare, Team Orbit vs Team Nova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160B3A"/>
          </a:solidFill>
          <a:ln w="19050">
            <a:solidFill>
              <a:srgbClr val="8B2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6792" y="11887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160B3A"/>
          </a:solidFill>
          <a:ln w="19050">
            <a:solidFill>
              <a:srgbClr val="3DE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AUCTION
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(start 10): Orbit 12, Nova 14, Orbit 16. Orbit wins at 16; Nova takes the 2nd copy at 14.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(start 15): Nova 15, Orbit 18, Nova 20. Nova wins at 20.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EC2 (start 20): Orbit 22 uncontested.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DynamoDB (start 20): Orbit 20 uncontested.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CloudFront (start 15): Orbit 15 uncontested.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RDS (start 25): Nova 25. Cognito (start 10): Nova 10.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53: no bids; skipped.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
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Orbit: S3 16, EC2 22, DynamoDB 20, CloudFront 15 = 73 CC. Left: 27.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(all needs) + 5 (CloudFront) + 5 (budget) + 3 (pitch) = 43.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Nova: S3 14, Lambda 20, RDS 25, Cognito 10 = 69 CC. Left: 31.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+ 5 (Cognito) + 6 (budget) + 3 (pitch) = 44.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wins 44 to 43 by spending less. Teaching moment: the right build at a smart price beats the biggest cart.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DE8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 or Go Broke - AWS SBG BZU Booth Kit</dc:title>
  <dc:subject>PptxGenJS Presentation</dc:subject>
  <dc:creator>AWS Student Builder Group BZU</dc:creator>
  <cp:lastModifiedBy>AWS Student Builder Group BZU</cp:lastModifiedBy>
  <cp:revision>1</cp:revision>
  <dcterms:created xsi:type="dcterms:W3CDTF">2026-10-17T17:12:52Z</dcterms:created>
  <dcterms:modified xsi:type="dcterms:W3CDTF">2026-10-17T17:12:52Z</dcterms:modified>
</cp:coreProperties>
</file>